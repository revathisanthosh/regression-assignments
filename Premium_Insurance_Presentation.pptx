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Linear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Gradient 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0.75</c:v>
                </c:pt>
                <c:pt idx="1">
                  <c:v>0.7</c:v>
                </c:pt>
                <c:pt idx="2">
                  <c:v>0.85</c:v>
                </c:pt>
                <c:pt idx="3">
                  <c:v>0.87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Insurance Charges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Premium ML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Predict insurance charges using regression</a:t>
            </a:r>
          </a:p>
          <a:p>
            <a:pPr>
              <a:defRPr sz="2000"/>
            </a:pPr>
            <a:r>
              <a:t>Based on demographic &amp; health features</a:t>
            </a:r>
          </a:p>
          <a:p>
            <a:pPr>
              <a:defRPr sz="2000"/>
            </a:pPr>
            <a:r>
              <a:t>Business use: pricing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1338 records</a:t>
            </a:r>
          </a:p>
          <a:p>
            <a:pPr>
              <a:defRPr sz="2000"/>
            </a:pPr>
            <a:r>
              <a:t>7 features</a:t>
            </a:r>
          </a:p>
          <a:p>
            <a:pPr>
              <a:defRPr sz="2000"/>
            </a:pPr>
            <a:r>
              <a:t>Target variable: Charges</a:t>
            </a:r>
          </a:p>
          <a:p>
            <a:pPr>
              <a:defRPr sz="2000"/>
            </a:pPr>
            <a:r>
              <a:t>Combination of categorical and numerical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Smokers have significantly higher charges</a:t>
            </a:r>
          </a:p>
          <a:p>
            <a:pPr>
              <a:defRPr sz="2000"/>
            </a:pPr>
            <a:r>
              <a:t>BMI slightly correlates with charges</a:t>
            </a:r>
          </a:p>
          <a:p>
            <a:pPr>
              <a:defRPr sz="2000"/>
            </a:pPr>
            <a:r>
              <a:t>Age positively impacts charges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Label Encoding: sex, smoker</a:t>
            </a:r>
          </a:p>
          <a:p>
            <a:pPr>
              <a:defRPr sz="2000"/>
            </a:pPr>
            <a:r>
              <a:t>One-hot Encoding: region</a:t>
            </a:r>
          </a:p>
          <a:p>
            <a:pPr>
              <a:defRPr sz="2000"/>
            </a:pPr>
            <a:r>
              <a:t>Train-test split applied</a:t>
            </a:r>
          </a:p>
          <a:p>
            <a:pPr>
              <a:defRPr sz="2000"/>
            </a:pPr>
            <a:r>
              <a:t>Scaling for better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Linear Regression</a:t>
            </a:r>
          </a:p>
          <a:p>
            <a:pPr>
              <a:defRPr sz="2000"/>
            </a:pPr>
            <a:r>
              <a:t>Decision Tree Regressor</a:t>
            </a:r>
          </a:p>
          <a:p>
            <a:pPr>
              <a:defRPr sz="2000"/>
            </a:pPr>
            <a:r>
              <a:t>Random Forest Regressor</a:t>
            </a:r>
          </a:p>
          <a:p>
            <a:pPr>
              <a:defRPr sz="2000"/>
            </a:pPr>
            <a:r>
              <a:t>Gradient Boosting Regressor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 (R2 Score)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Smoking status is most important feature</a:t>
            </a:r>
          </a:p>
          <a:p>
            <a:pPr>
              <a:defRPr sz="2000"/>
            </a:pPr>
            <a:r>
              <a:t>Age and BMI also influence prediction</a:t>
            </a:r>
          </a:p>
          <a:p>
            <a:pPr>
              <a:defRPr sz="2000"/>
            </a:pPr>
            <a:r>
              <a:t>Region has minimal effect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Gradient Boosting Regressor</a:t>
            </a:r>
          </a:p>
          <a:p>
            <a:pPr>
              <a:defRPr sz="2000"/>
            </a:pPr>
            <a:r>
              <a:t>Best R² Score</a:t>
            </a:r>
          </a:p>
          <a:p>
            <a:pPr>
              <a:defRPr sz="2000"/>
            </a:pPr>
            <a:r>
              <a:t>Handles non-linearity effectively</a:t>
            </a:r>
          </a:p>
          <a:p>
            <a:pPr>
              <a:defRPr sz="2000"/>
            </a:pPr>
            <a:r>
              <a:t>Less overfitting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Helps insurance companies price policies</a:t>
            </a:r>
          </a:p>
          <a:p>
            <a:pPr>
              <a:defRPr sz="2000"/>
            </a:pPr>
            <a:r>
              <a:t>Improves risk assessment</a:t>
            </a:r>
          </a:p>
          <a:p>
            <a:pPr>
              <a:defRPr sz="2000"/>
            </a:pPr>
            <a:r>
              <a:t>Supports decision-making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Regression model successfully built</a:t>
            </a:r>
          </a:p>
          <a:p>
            <a:pPr>
              <a:defRPr sz="2000"/>
            </a:pPr>
            <a:r>
              <a:t>Ensemble methods outperform simple models</a:t>
            </a:r>
          </a:p>
          <a:p>
            <a:pPr>
              <a:defRPr sz="2000"/>
            </a:pPr>
            <a:r>
              <a:t>Future scope: hyperparameter tuning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